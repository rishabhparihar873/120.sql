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ORACLE APEX  |  INTELLIGENT CLOUD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rial"/>
              </a:defRPr>
            </a:pPr>
            <a:r>
              <a:t>{document_title}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297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  <a:latin typeface="Arial"/>
              </a:defRPr>
            </a:pPr>
            <a:r>
              <a:t>{subtitle}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669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Report Date: {report_date}   |   Prepared by ICT AI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0728655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7772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{#slides}{slide_title}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10728655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9966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{bullets}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{/slides}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{document_title}   |   Intelligent Cloud Transformation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